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Bold Italics" charset="1" panose="020B0802030000000004"/>
      <p:regular r:id="rId15"/>
    </p:embeddedFon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  <p:embeddedFont>
      <p:font typeface="DM Sans Bold Italic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9971" y="4820778"/>
            <a:ext cx="10228058" cy="1710875"/>
          </a:xfrm>
          <a:custGeom>
            <a:avLst/>
            <a:gdLst/>
            <a:ahLst/>
            <a:cxnLst/>
            <a:rect r="r" b="b" t="t" l="l"/>
            <a:pathLst>
              <a:path h="1710875" w="10228058">
                <a:moveTo>
                  <a:pt x="0" y="0"/>
                </a:moveTo>
                <a:lnTo>
                  <a:pt x="10228058" y="0"/>
                </a:lnTo>
                <a:lnTo>
                  <a:pt x="10228058" y="1710876"/>
                </a:lnTo>
                <a:lnTo>
                  <a:pt x="0" y="1710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27143" y="3280783"/>
            <a:ext cx="10850017" cy="334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6"/>
              </a:lnSpc>
            </a:pPr>
            <a:r>
              <a:rPr lang="en-US" b="true" sz="19454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Novelry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56379" y="5404911"/>
            <a:ext cx="8246933" cy="6247677"/>
          </a:xfrm>
          <a:custGeom>
            <a:avLst/>
            <a:gdLst/>
            <a:ahLst/>
            <a:cxnLst/>
            <a:rect r="r" b="b" t="t" l="l"/>
            <a:pathLst>
              <a:path h="6247677" w="8246933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08980" y="-1652824"/>
            <a:ext cx="8905028" cy="5575060"/>
          </a:xfrm>
          <a:custGeom>
            <a:avLst/>
            <a:gdLst/>
            <a:ahLst/>
            <a:cxnLst/>
            <a:rect r="r" b="b" t="t" l="l"/>
            <a:pathLst>
              <a:path h="5575060" w="8905028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495846">
            <a:off x="-3929800" y="-2685694"/>
            <a:ext cx="5243739" cy="7338566"/>
          </a:xfrm>
          <a:custGeom>
            <a:avLst/>
            <a:gdLst/>
            <a:ahLst/>
            <a:cxnLst/>
            <a:rect r="r" b="b" t="t" l="l"/>
            <a:pathLst>
              <a:path h="7338566" w="5243739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895458"/>
            <a:ext cx="6639489" cy="136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Projectvoorstel – Lorenzo Latinne</a:t>
            </a:r>
          </a:p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Graduaat in het Programmeren</a:t>
            </a:r>
          </a:p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2PROa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22403" y="-589740"/>
            <a:ext cx="9048214" cy="12247451"/>
            <a:chOff x="0" y="0"/>
            <a:chExt cx="2383069" cy="3225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3069" cy="3225666"/>
            </a:xfrm>
            <a:custGeom>
              <a:avLst/>
              <a:gdLst/>
              <a:ahLst/>
              <a:cxnLst/>
              <a:rect r="r" b="b" t="t" l="l"/>
              <a:pathLst>
                <a:path h="3225666" w="2383069">
                  <a:moveTo>
                    <a:pt x="0" y="0"/>
                  </a:moveTo>
                  <a:lnTo>
                    <a:pt x="2383069" y="0"/>
                  </a:lnTo>
                  <a:lnTo>
                    <a:pt x="2383069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3069" cy="327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79267" y="1560857"/>
            <a:ext cx="539468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5891" y="3342136"/>
            <a:ext cx="6341238" cy="41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Naam en beschrijving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ebruikers 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aliteiten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User Stories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Mock</a:t>
            </a: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ups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Da</a:t>
            </a: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ta</a:t>
            </a: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40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nspiratie en onderscheid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55002" y="5873946"/>
            <a:ext cx="3190321" cy="3316969"/>
          </a:xfrm>
          <a:custGeom>
            <a:avLst/>
            <a:gdLst/>
            <a:ahLst/>
            <a:cxnLst/>
            <a:rect r="r" b="b" t="t" l="l"/>
            <a:pathLst>
              <a:path h="3316969" w="3190321">
                <a:moveTo>
                  <a:pt x="3190321" y="0"/>
                </a:moveTo>
                <a:lnTo>
                  <a:pt x="0" y="0"/>
                </a:lnTo>
                <a:lnTo>
                  <a:pt x="0" y="3316969"/>
                </a:lnTo>
                <a:lnTo>
                  <a:pt x="3190321" y="3316969"/>
                </a:lnTo>
                <a:lnTo>
                  <a:pt x="319032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37331" y="2030095"/>
            <a:ext cx="13293258" cy="6791564"/>
            <a:chOff x="0" y="0"/>
            <a:chExt cx="3501105" cy="1788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0" y="0"/>
                  </a:moveTo>
                  <a:lnTo>
                    <a:pt x="3501105" y="0"/>
                  </a:lnTo>
                  <a:lnTo>
                    <a:pt x="3501105" y="1788725"/>
                  </a:lnTo>
                  <a:lnTo>
                    <a:pt x="0" y="178872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47716">
            <a:off x="2497371" y="1747718"/>
            <a:ext cx="13293258" cy="6791564"/>
            <a:chOff x="0" y="0"/>
            <a:chExt cx="3501105" cy="1788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6406" y="0"/>
                  </a:moveTo>
                  <a:lnTo>
                    <a:pt x="3494699" y="0"/>
                  </a:lnTo>
                  <a:cubicBezTo>
                    <a:pt x="3496397" y="0"/>
                    <a:pt x="3498027" y="675"/>
                    <a:pt x="3499229" y="1876"/>
                  </a:cubicBezTo>
                  <a:cubicBezTo>
                    <a:pt x="3500430" y="3078"/>
                    <a:pt x="3501105" y="4707"/>
                    <a:pt x="3501105" y="6406"/>
                  </a:cubicBezTo>
                  <a:lnTo>
                    <a:pt x="3501105" y="1782318"/>
                  </a:lnTo>
                  <a:cubicBezTo>
                    <a:pt x="3501105" y="1785856"/>
                    <a:pt x="3498237" y="1788725"/>
                    <a:pt x="3494699" y="1788725"/>
                  </a:cubicBezTo>
                  <a:lnTo>
                    <a:pt x="6406" y="1788725"/>
                  </a:lnTo>
                  <a:cubicBezTo>
                    <a:pt x="4707" y="1788725"/>
                    <a:pt x="3078" y="1788050"/>
                    <a:pt x="1876" y="1786848"/>
                  </a:cubicBezTo>
                  <a:cubicBezTo>
                    <a:pt x="675" y="1785647"/>
                    <a:pt x="0" y="1784017"/>
                    <a:pt x="0" y="1782318"/>
                  </a:cubicBezTo>
                  <a:lnTo>
                    <a:pt x="0" y="6406"/>
                  </a:lnTo>
                  <a:cubicBezTo>
                    <a:pt x="0" y="4707"/>
                    <a:pt x="675" y="3078"/>
                    <a:pt x="1876" y="1876"/>
                  </a:cubicBezTo>
                  <a:cubicBezTo>
                    <a:pt x="3078" y="675"/>
                    <a:pt x="4707" y="0"/>
                    <a:pt x="64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80836" y="4730366"/>
            <a:ext cx="2069135" cy="571834"/>
          </a:xfrm>
          <a:custGeom>
            <a:avLst/>
            <a:gdLst/>
            <a:ahLst/>
            <a:cxnLst/>
            <a:rect r="r" b="b" t="t" l="l"/>
            <a:pathLst>
              <a:path h="571834" w="2069135">
                <a:moveTo>
                  <a:pt x="0" y="0"/>
                </a:moveTo>
                <a:lnTo>
                  <a:pt x="2069135" y="0"/>
                </a:lnTo>
                <a:lnTo>
                  <a:pt x="2069135" y="571834"/>
                </a:lnTo>
                <a:lnTo>
                  <a:pt x="0" y="57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02188" y="4131793"/>
            <a:ext cx="2622717" cy="324263"/>
          </a:xfrm>
          <a:custGeom>
            <a:avLst/>
            <a:gdLst/>
            <a:ahLst/>
            <a:cxnLst/>
            <a:rect r="r" b="b" t="t" l="l"/>
            <a:pathLst>
              <a:path h="324263" w="2622717">
                <a:moveTo>
                  <a:pt x="0" y="0"/>
                </a:moveTo>
                <a:lnTo>
                  <a:pt x="2622717" y="0"/>
                </a:lnTo>
                <a:lnTo>
                  <a:pt x="2622717" y="324263"/>
                </a:lnTo>
                <a:lnTo>
                  <a:pt x="0" y="3242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28985" y="1314623"/>
            <a:ext cx="3667332" cy="946839"/>
          </a:xfrm>
          <a:custGeom>
            <a:avLst/>
            <a:gdLst/>
            <a:ahLst/>
            <a:cxnLst/>
            <a:rect r="r" b="b" t="t" l="l"/>
            <a:pathLst>
              <a:path h="946839" w="3667332">
                <a:moveTo>
                  <a:pt x="0" y="0"/>
                </a:moveTo>
                <a:lnTo>
                  <a:pt x="3667333" y="0"/>
                </a:lnTo>
                <a:lnTo>
                  <a:pt x="3667333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69465" y="5905716"/>
            <a:ext cx="6921795" cy="4114800"/>
          </a:xfrm>
          <a:custGeom>
            <a:avLst/>
            <a:gdLst/>
            <a:ahLst/>
            <a:cxnLst/>
            <a:rect r="r" b="b" t="t" l="l"/>
            <a:pathLst>
              <a:path h="4114800" w="6921795">
                <a:moveTo>
                  <a:pt x="0" y="0"/>
                </a:moveTo>
                <a:lnTo>
                  <a:pt x="6921795" y="0"/>
                </a:lnTo>
                <a:lnTo>
                  <a:pt x="6921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12179" y="2301590"/>
            <a:ext cx="886364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Naam en beschrijving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2188" y="5406975"/>
            <a:ext cx="10734997" cy="8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  <a:spcBef>
                <a:spcPct val="0"/>
              </a:spcBef>
            </a:pPr>
            <a:r>
              <a:rPr lang="en-US" sz="2481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481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ovelry is een leesapp die je helpt om je leesgewoonten te verbeteren door middel van persoonlijke doelen, timers en gamification.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98108" y="4733795"/>
            <a:ext cx="2626797" cy="49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2881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Beschrijving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02188" y="3957755"/>
            <a:ext cx="4295565" cy="49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2881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Novelry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8968" y="1760572"/>
            <a:ext cx="14650064" cy="7379489"/>
            <a:chOff x="0" y="0"/>
            <a:chExt cx="4491524" cy="2262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1524" cy="2262458"/>
            </a:xfrm>
            <a:custGeom>
              <a:avLst/>
              <a:gdLst/>
              <a:ahLst/>
              <a:cxnLst/>
              <a:rect r="r" b="b" t="t" l="l"/>
              <a:pathLst>
                <a:path h="2262458" w="4491524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9671" y="6753080"/>
            <a:ext cx="3584090" cy="3192451"/>
          </a:xfrm>
          <a:custGeom>
            <a:avLst/>
            <a:gdLst/>
            <a:ahLst/>
            <a:cxnLst/>
            <a:rect r="r" b="b" t="t" l="l"/>
            <a:pathLst>
              <a:path h="3192451" w="3584090">
                <a:moveTo>
                  <a:pt x="0" y="0"/>
                </a:moveTo>
                <a:lnTo>
                  <a:pt x="3584090" y="0"/>
                </a:lnTo>
                <a:lnTo>
                  <a:pt x="3584090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37982">
            <a:off x="14323702" y="511342"/>
            <a:ext cx="3160431" cy="3028267"/>
          </a:xfrm>
          <a:custGeom>
            <a:avLst/>
            <a:gdLst/>
            <a:ahLst/>
            <a:cxnLst/>
            <a:rect r="r" b="b" t="t" l="l"/>
            <a:pathLst>
              <a:path h="3028267" w="3160431">
                <a:moveTo>
                  <a:pt x="0" y="0"/>
                </a:moveTo>
                <a:lnTo>
                  <a:pt x="3160431" y="0"/>
                </a:lnTo>
                <a:lnTo>
                  <a:pt x="3160431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22223" y="3726687"/>
            <a:ext cx="2622717" cy="324263"/>
          </a:xfrm>
          <a:custGeom>
            <a:avLst/>
            <a:gdLst/>
            <a:ahLst/>
            <a:cxnLst/>
            <a:rect r="r" b="b" t="t" l="l"/>
            <a:pathLst>
              <a:path h="324263" w="2622717">
                <a:moveTo>
                  <a:pt x="0" y="0"/>
                </a:moveTo>
                <a:lnTo>
                  <a:pt x="2622717" y="0"/>
                </a:lnTo>
                <a:lnTo>
                  <a:pt x="2622717" y="324263"/>
                </a:lnTo>
                <a:lnTo>
                  <a:pt x="0" y="3242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85706" y="7508973"/>
            <a:ext cx="1089782" cy="1089782"/>
          </a:xfrm>
          <a:custGeom>
            <a:avLst/>
            <a:gdLst/>
            <a:ahLst/>
            <a:cxnLst/>
            <a:rect r="r" b="b" t="t" l="l"/>
            <a:pathLst>
              <a:path h="1089782" w="1089782">
                <a:moveTo>
                  <a:pt x="0" y="0"/>
                </a:moveTo>
                <a:lnTo>
                  <a:pt x="1089782" y="0"/>
                </a:lnTo>
                <a:lnTo>
                  <a:pt x="1089782" y="1089782"/>
                </a:lnTo>
                <a:lnTo>
                  <a:pt x="0" y="10897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22223" y="2487361"/>
            <a:ext cx="124435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Gebruikers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4104" y="7116499"/>
            <a:ext cx="6120990" cy="73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096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2096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oeken, leestijd en doelen bijhouden.</a:t>
            </a:r>
          </a:p>
          <a:p>
            <a:pPr algn="l">
              <a:lnSpc>
                <a:spcPts val="2935"/>
              </a:lnSpc>
            </a:pPr>
            <a:r>
              <a:rPr lang="en-US" sz="2096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Uitgebreide statistieken, maandrapporten.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3010" y="3552649"/>
            <a:ext cx="2626797" cy="49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2881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Doelpubliek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3010" y="4483908"/>
            <a:ext cx="11019554" cy="174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990" indent="-267995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Lezers die hun leesgewoonten willen verbeteren.</a:t>
            </a:r>
          </a:p>
          <a:p>
            <a:pPr algn="l" marL="535990" indent="-267995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Mensen di</a:t>
            </a:r>
            <a:r>
              <a:rPr lang="en-US" sz="248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e doelen en statistieken motiverend vinden.</a:t>
            </a:r>
          </a:p>
          <a:p>
            <a:pPr algn="l" marL="535990" indent="-267995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Gebruikers die vooruitgang willen zien, zonder soci</a:t>
            </a:r>
            <a:r>
              <a:rPr lang="en-US" sz="2482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ale vergelijking.</a:t>
            </a:r>
          </a:p>
          <a:p>
            <a:pPr algn="l">
              <a:lnSpc>
                <a:spcPts val="347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12130">
            <a:off x="-656160" y="7540930"/>
            <a:ext cx="3160431" cy="3028267"/>
          </a:xfrm>
          <a:custGeom>
            <a:avLst/>
            <a:gdLst/>
            <a:ahLst/>
            <a:cxnLst/>
            <a:rect r="r" b="b" t="t" l="l"/>
            <a:pathLst>
              <a:path h="3028267" w="3160431">
                <a:moveTo>
                  <a:pt x="0" y="0"/>
                </a:moveTo>
                <a:lnTo>
                  <a:pt x="3160431" y="0"/>
                </a:lnTo>
                <a:lnTo>
                  <a:pt x="3160431" y="3028268"/>
                </a:lnTo>
                <a:lnTo>
                  <a:pt x="0" y="3028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73208" y="1700812"/>
            <a:ext cx="3320006" cy="8246355"/>
            <a:chOff x="0" y="0"/>
            <a:chExt cx="1415529" cy="35159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5529" cy="3515945"/>
            </a:xfrm>
            <a:custGeom>
              <a:avLst/>
              <a:gdLst/>
              <a:ahLst/>
              <a:cxnLst/>
              <a:rect r="r" b="b" t="t" l="l"/>
              <a:pathLst>
                <a:path h="3515945" w="1415529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3443656"/>
                  </a:lnTo>
                  <a:cubicBezTo>
                    <a:pt x="1415529" y="3483581"/>
                    <a:pt x="1383165" y="3515945"/>
                    <a:pt x="1343240" y="3515945"/>
                  </a:cubicBezTo>
                  <a:lnTo>
                    <a:pt x="72289" y="3515945"/>
                  </a:lnTo>
                  <a:cubicBezTo>
                    <a:pt x="53117" y="3515945"/>
                    <a:pt x="34730" y="3508329"/>
                    <a:pt x="21173" y="3494773"/>
                  </a:cubicBezTo>
                  <a:cubicBezTo>
                    <a:pt x="7616" y="3481216"/>
                    <a:pt x="0" y="3462829"/>
                    <a:pt x="0" y="3443656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15529" cy="3563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24859" y="2539959"/>
            <a:ext cx="2903889" cy="6006838"/>
            <a:chOff x="0" y="0"/>
            <a:chExt cx="6350000" cy="13135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13136559"/>
            </a:xfrm>
            <a:custGeom>
              <a:avLst/>
              <a:gdLst/>
              <a:ahLst/>
              <a:cxnLst/>
              <a:rect r="r" b="b" t="t" l="l"/>
              <a:pathLst>
                <a:path h="13136559" w="6350000">
                  <a:moveTo>
                    <a:pt x="0" y="12318274"/>
                  </a:moveTo>
                  <a:lnTo>
                    <a:pt x="0" y="817015"/>
                  </a:lnTo>
                  <a:cubicBezTo>
                    <a:pt x="0" y="365161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65161"/>
                    <a:pt x="6350000" y="817015"/>
                  </a:cubicBezTo>
                  <a:lnTo>
                    <a:pt x="6350000" y="12320901"/>
                  </a:lnTo>
                  <a:cubicBezTo>
                    <a:pt x="6350000" y="12772755"/>
                    <a:pt x="6173470" y="13136559"/>
                    <a:pt x="5955030" y="13136559"/>
                  </a:cubicBezTo>
                  <a:lnTo>
                    <a:pt x="394970" y="13136559"/>
                  </a:lnTo>
                  <a:cubicBezTo>
                    <a:pt x="176530" y="13135290"/>
                    <a:pt x="0" y="12770128"/>
                    <a:pt x="0" y="12318274"/>
                  </a:cubicBezTo>
                  <a:close/>
                </a:path>
              </a:pathLst>
            </a:custGeom>
            <a:blipFill>
              <a:blip r:embed="rId5"/>
              <a:stretch>
                <a:fillRect l="0" t="-40" r="-2483" b="-536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47867" y="1700812"/>
            <a:ext cx="3320006" cy="8246355"/>
            <a:chOff x="0" y="0"/>
            <a:chExt cx="1415529" cy="35159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5529" cy="3515945"/>
            </a:xfrm>
            <a:custGeom>
              <a:avLst/>
              <a:gdLst/>
              <a:ahLst/>
              <a:cxnLst/>
              <a:rect r="r" b="b" t="t" l="l"/>
              <a:pathLst>
                <a:path h="3515945" w="1415529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3443656"/>
                  </a:lnTo>
                  <a:cubicBezTo>
                    <a:pt x="1415529" y="3483581"/>
                    <a:pt x="1383165" y="3515945"/>
                    <a:pt x="1343240" y="3515945"/>
                  </a:cubicBezTo>
                  <a:lnTo>
                    <a:pt x="72289" y="3515945"/>
                  </a:lnTo>
                  <a:cubicBezTo>
                    <a:pt x="53117" y="3515945"/>
                    <a:pt x="34730" y="3508329"/>
                    <a:pt x="21173" y="3494773"/>
                  </a:cubicBezTo>
                  <a:cubicBezTo>
                    <a:pt x="7616" y="3481216"/>
                    <a:pt x="0" y="3462829"/>
                    <a:pt x="0" y="3443656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15529" cy="3563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55926" y="2684470"/>
            <a:ext cx="2903889" cy="5833752"/>
            <a:chOff x="0" y="0"/>
            <a:chExt cx="6350000" cy="127567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6"/>
              <a:stretch>
                <a:fillRect l="0" t="-2623" r="0" b="-1877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056888" y="2056655"/>
            <a:ext cx="2664364" cy="329412"/>
          </a:xfrm>
          <a:custGeom>
            <a:avLst/>
            <a:gdLst/>
            <a:ahLst/>
            <a:cxnLst/>
            <a:rect r="r" b="b" t="t" l="l"/>
            <a:pathLst>
              <a:path h="329412" w="2664364">
                <a:moveTo>
                  <a:pt x="0" y="0"/>
                </a:moveTo>
                <a:lnTo>
                  <a:pt x="2664364" y="0"/>
                </a:lnTo>
                <a:lnTo>
                  <a:pt x="2664364" y="329413"/>
                </a:lnTo>
                <a:lnTo>
                  <a:pt x="0" y="329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21327" y="1700812"/>
            <a:ext cx="3320006" cy="8246355"/>
            <a:chOff x="0" y="0"/>
            <a:chExt cx="1415529" cy="35159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5529" cy="3515945"/>
            </a:xfrm>
            <a:custGeom>
              <a:avLst/>
              <a:gdLst/>
              <a:ahLst/>
              <a:cxnLst/>
              <a:rect r="r" b="b" t="t" l="l"/>
              <a:pathLst>
                <a:path h="3515945" w="1415529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3443656"/>
                  </a:lnTo>
                  <a:cubicBezTo>
                    <a:pt x="1415529" y="3483581"/>
                    <a:pt x="1383165" y="3515945"/>
                    <a:pt x="1343240" y="3515945"/>
                  </a:cubicBezTo>
                  <a:lnTo>
                    <a:pt x="72289" y="3515945"/>
                  </a:lnTo>
                  <a:cubicBezTo>
                    <a:pt x="53117" y="3515945"/>
                    <a:pt x="34730" y="3508329"/>
                    <a:pt x="21173" y="3494773"/>
                  </a:cubicBezTo>
                  <a:cubicBezTo>
                    <a:pt x="7616" y="3481216"/>
                    <a:pt x="0" y="3462829"/>
                    <a:pt x="0" y="3443656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15529" cy="3563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9848" y="2684470"/>
            <a:ext cx="2903889" cy="5833752"/>
            <a:chOff x="0" y="0"/>
            <a:chExt cx="6350000" cy="127567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9"/>
              <a:stretch>
                <a:fillRect l="0" t="-2623" r="0" b="-58582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9606487" y="2056655"/>
            <a:ext cx="2664364" cy="329412"/>
          </a:xfrm>
          <a:custGeom>
            <a:avLst/>
            <a:gdLst/>
            <a:ahLst/>
            <a:cxnLst/>
            <a:rect r="r" b="b" t="t" l="l"/>
            <a:pathLst>
              <a:path h="329412" w="2664364">
                <a:moveTo>
                  <a:pt x="0" y="0"/>
                </a:moveTo>
                <a:lnTo>
                  <a:pt x="2664364" y="0"/>
                </a:lnTo>
                <a:lnTo>
                  <a:pt x="2664364" y="329413"/>
                </a:lnTo>
                <a:lnTo>
                  <a:pt x="0" y="329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934022">
            <a:off x="15025410" y="5949167"/>
            <a:ext cx="6266893" cy="4307065"/>
          </a:xfrm>
          <a:custGeom>
            <a:avLst/>
            <a:gdLst/>
            <a:ahLst/>
            <a:cxnLst/>
            <a:rect r="r" b="b" t="t" l="l"/>
            <a:pathLst>
              <a:path h="4307065" w="6266893">
                <a:moveTo>
                  <a:pt x="0" y="0"/>
                </a:moveTo>
                <a:lnTo>
                  <a:pt x="6266893" y="0"/>
                </a:lnTo>
                <a:lnTo>
                  <a:pt x="6266893" y="4307065"/>
                </a:lnTo>
                <a:lnTo>
                  <a:pt x="0" y="4307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993758" y="1700812"/>
            <a:ext cx="3320006" cy="8246355"/>
            <a:chOff x="0" y="0"/>
            <a:chExt cx="1415529" cy="35159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5529" cy="3515945"/>
            </a:xfrm>
            <a:custGeom>
              <a:avLst/>
              <a:gdLst/>
              <a:ahLst/>
              <a:cxnLst/>
              <a:rect r="r" b="b" t="t" l="l"/>
              <a:pathLst>
                <a:path h="3515945" w="1415529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3443656"/>
                  </a:lnTo>
                  <a:cubicBezTo>
                    <a:pt x="1415529" y="3483581"/>
                    <a:pt x="1383165" y="3515945"/>
                    <a:pt x="1343240" y="3515945"/>
                  </a:cubicBezTo>
                  <a:lnTo>
                    <a:pt x="72289" y="3515945"/>
                  </a:lnTo>
                  <a:cubicBezTo>
                    <a:pt x="53117" y="3515945"/>
                    <a:pt x="34730" y="3508329"/>
                    <a:pt x="21173" y="3494773"/>
                  </a:cubicBezTo>
                  <a:cubicBezTo>
                    <a:pt x="7616" y="3481216"/>
                    <a:pt x="0" y="3462829"/>
                    <a:pt x="0" y="3443656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15529" cy="3563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22055" y="2684470"/>
            <a:ext cx="2903889" cy="5833752"/>
            <a:chOff x="0" y="0"/>
            <a:chExt cx="6350000" cy="127567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12"/>
              <a:stretch>
                <a:fillRect l="0" t="-2684" r="0" b="-76675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2383428" y="2056655"/>
            <a:ext cx="2664364" cy="329412"/>
          </a:xfrm>
          <a:custGeom>
            <a:avLst/>
            <a:gdLst/>
            <a:ahLst/>
            <a:cxnLst/>
            <a:rect r="r" b="b" t="t" l="l"/>
            <a:pathLst>
              <a:path h="329412" w="2664364">
                <a:moveTo>
                  <a:pt x="0" y="0"/>
                </a:moveTo>
                <a:lnTo>
                  <a:pt x="2664364" y="0"/>
                </a:lnTo>
                <a:lnTo>
                  <a:pt x="2664364" y="329413"/>
                </a:lnTo>
                <a:lnTo>
                  <a:pt x="0" y="329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487566" y="1877451"/>
            <a:ext cx="2317374" cy="640438"/>
          </a:xfrm>
          <a:custGeom>
            <a:avLst/>
            <a:gdLst/>
            <a:ahLst/>
            <a:cxnLst/>
            <a:rect r="r" b="b" t="t" l="l"/>
            <a:pathLst>
              <a:path h="640438" w="2317374">
                <a:moveTo>
                  <a:pt x="0" y="0"/>
                </a:moveTo>
                <a:lnTo>
                  <a:pt x="2317374" y="0"/>
                </a:lnTo>
                <a:lnTo>
                  <a:pt x="2317374" y="640438"/>
                </a:lnTo>
                <a:lnTo>
                  <a:pt x="0" y="6404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954546" y="142875"/>
            <a:ext cx="1237890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Funct</a:t>
            </a: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ionaliteiten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98319" y="1915791"/>
            <a:ext cx="2822933" cy="4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3"/>
              </a:lnSpc>
              <a:spcBef>
                <a:spcPct val="0"/>
              </a:spcBef>
            </a:pPr>
            <a:r>
              <a:rPr lang="en-US" b="true" sz="2438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Leesdoelen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69863" y="1915791"/>
            <a:ext cx="2822933" cy="4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3"/>
              </a:lnSpc>
              <a:spcBef>
                <a:spcPct val="0"/>
              </a:spcBef>
            </a:pPr>
            <a:r>
              <a:rPr lang="en-US" b="true" sz="2438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Achievements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24859" y="1915791"/>
            <a:ext cx="2822933" cy="4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3"/>
              </a:lnSpc>
              <a:spcBef>
                <a:spcPct val="0"/>
              </a:spcBef>
            </a:pPr>
            <a:r>
              <a:rPr lang="en-US" b="true" sz="2438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Leestimer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22055" y="1803813"/>
            <a:ext cx="2863411" cy="7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b="true" sz="2438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Leeslijst &amp; voortgang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59031" y="8508697"/>
            <a:ext cx="314835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Als gebruiker wil ik een leestimer kunnen starten, 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zodat ik weet hoeveel tijd ik besteed aan lezen.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7613" y="8784922"/>
            <a:ext cx="314835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Als gebruiker wil ik badges verdienen bij mijlpalen, zodat ik gemotiveerd blijf.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33091" y="8784922"/>
            <a:ext cx="314835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Als gebruiker wil ik leesdoelen kunnen instellen, zodat ik consistent blijf lezen.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79581" y="8672930"/>
            <a:ext cx="314835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Als gebruiker wil ik mijn voortgang per boek kunnen zien, zodat ik overzicht houd.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09712" y="1338578"/>
            <a:ext cx="13668575" cy="8757521"/>
          </a:xfrm>
          <a:custGeom>
            <a:avLst/>
            <a:gdLst/>
            <a:ahLst/>
            <a:cxnLst/>
            <a:rect r="r" b="b" t="t" l="l"/>
            <a:pathLst>
              <a:path h="8757521" w="13668575">
                <a:moveTo>
                  <a:pt x="0" y="0"/>
                </a:moveTo>
                <a:lnTo>
                  <a:pt x="13668576" y="0"/>
                </a:lnTo>
                <a:lnTo>
                  <a:pt x="13668576" y="8757521"/>
                </a:lnTo>
                <a:lnTo>
                  <a:pt x="0" y="8757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5" r="0" b="-3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27885" y="145226"/>
            <a:ext cx="78322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Data &amp; structuur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7541" y="1028700"/>
            <a:ext cx="14154503" cy="8229600"/>
            <a:chOff x="0" y="0"/>
            <a:chExt cx="37279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279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27935">
                  <a:moveTo>
                    <a:pt x="6017" y="0"/>
                  </a:moveTo>
                  <a:lnTo>
                    <a:pt x="3721918" y="0"/>
                  </a:lnTo>
                  <a:cubicBezTo>
                    <a:pt x="3725241" y="0"/>
                    <a:pt x="3727935" y="2694"/>
                    <a:pt x="3727935" y="6017"/>
                  </a:cubicBezTo>
                  <a:lnTo>
                    <a:pt x="3727935" y="2161450"/>
                  </a:lnTo>
                  <a:cubicBezTo>
                    <a:pt x="3727935" y="2164773"/>
                    <a:pt x="3725241" y="2167467"/>
                    <a:pt x="3721918" y="2167467"/>
                  </a:cubicBezTo>
                  <a:lnTo>
                    <a:pt x="6017" y="2167467"/>
                  </a:lnTo>
                  <a:cubicBezTo>
                    <a:pt x="2694" y="2167467"/>
                    <a:pt x="0" y="2164773"/>
                    <a:pt x="0" y="2161450"/>
                  </a:cubicBezTo>
                  <a:lnTo>
                    <a:pt x="0" y="6017"/>
                  </a:lnTo>
                  <a:cubicBezTo>
                    <a:pt x="0" y="2694"/>
                    <a:pt x="2694" y="0"/>
                    <a:pt x="60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27935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6159" y="6894969"/>
            <a:ext cx="3835024" cy="3091905"/>
          </a:xfrm>
          <a:custGeom>
            <a:avLst/>
            <a:gdLst/>
            <a:ahLst/>
            <a:cxnLst/>
            <a:rect r="r" b="b" t="t" l="l"/>
            <a:pathLst>
              <a:path h="3091905" w="3835024">
                <a:moveTo>
                  <a:pt x="0" y="0"/>
                </a:moveTo>
                <a:lnTo>
                  <a:pt x="3835024" y="0"/>
                </a:lnTo>
                <a:lnTo>
                  <a:pt x="3835024" y="3091905"/>
                </a:lnTo>
                <a:lnTo>
                  <a:pt x="0" y="309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64827" y="7806013"/>
            <a:ext cx="5792103" cy="2522235"/>
          </a:xfrm>
          <a:custGeom>
            <a:avLst/>
            <a:gdLst/>
            <a:ahLst/>
            <a:cxnLst/>
            <a:rect r="r" b="b" t="t" l="l"/>
            <a:pathLst>
              <a:path h="2522235" w="5792103">
                <a:moveTo>
                  <a:pt x="0" y="0"/>
                </a:moveTo>
                <a:lnTo>
                  <a:pt x="5792103" y="0"/>
                </a:lnTo>
                <a:lnTo>
                  <a:pt x="5792103" y="2522235"/>
                </a:lnTo>
                <a:lnTo>
                  <a:pt x="0" y="2522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392245" y="2832338"/>
            <a:ext cx="1855658" cy="18556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54745" y="2832338"/>
            <a:ext cx="1855658" cy="18556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17245" y="2813859"/>
            <a:ext cx="1855658" cy="18556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509691" y="3603984"/>
            <a:ext cx="1620766" cy="312366"/>
          </a:xfrm>
          <a:custGeom>
            <a:avLst/>
            <a:gdLst/>
            <a:ahLst/>
            <a:cxnLst/>
            <a:rect r="r" b="b" t="t" l="l"/>
            <a:pathLst>
              <a:path h="312366" w="1620766">
                <a:moveTo>
                  <a:pt x="0" y="0"/>
                </a:moveTo>
                <a:lnTo>
                  <a:pt x="1620765" y="0"/>
                </a:lnTo>
                <a:lnTo>
                  <a:pt x="1620765" y="312365"/>
                </a:lnTo>
                <a:lnTo>
                  <a:pt x="0" y="31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556661" y="3175759"/>
            <a:ext cx="1115391" cy="1131859"/>
          </a:xfrm>
          <a:custGeom>
            <a:avLst/>
            <a:gdLst/>
            <a:ahLst/>
            <a:cxnLst/>
            <a:rect r="r" b="b" t="t" l="l"/>
            <a:pathLst>
              <a:path h="1131859" w="1115391">
                <a:moveTo>
                  <a:pt x="0" y="0"/>
                </a:moveTo>
                <a:lnTo>
                  <a:pt x="1115391" y="0"/>
                </a:lnTo>
                <a:lnTo>
                  <a:pt x="1115391" y="1131858"/>
                </a:lnTo>
                <a:lnTo>
                  <a:pt x="0" y="11318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5301" b="-376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333698" y="3230313"/>
            <a:ext cx="1022751" cy="1022751"/>
          </a:xfrm>
          <a:custGeom>
            <a:avLst/>
            <a:gdLst/>
            <a:ahLst/>
            <a:cxnLst/>
            <a:rect r="r" b="b" t="t" l="l"/>
            <a:pathLst>
              <a:path h="1022751" w="1022751">
                <a:moveTo>
                  <a:pt x="0" y="0"/>
                </a:moveTo>
                <a:lnTo>
                  <a:pt x="1022751" y="0"/>
                </a:lnTo>
                <a:lnTo>
                  <a:pt x="1022751" y="1022750"/>
                </a:lnTo>
                <a:lnTo>
                  <a:pt x="0" y="1022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83671" y="1465934"/>
            <a:ext cx="1092065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Inspi</a:t>
            </a: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ratie &amp; onderscheid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41492" y="4926120"/>
            <a:ext cx="2757164" cy="102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1972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St</a:t>
            </a:r>
            <a:r>
              <a:rPr lang="en-US" b="true" sz="1972" strike="noStrike" u="none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rava</a:t>
            </a:r>
            <a:r>
              <a:rPr lang="en-US" sz="1972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 – voor sportstatistieken en streaks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03992" y="4926120"/>
            <a:ext cx="2757164" cy="102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1972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St</a:t>
            </a:r>
            <a:r>
              <a:rPr lang="en-US" b="true" sz="1972" strike="noStrike" u="none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oryGraph</a:t>
            </a:r>
            <a:r>
              <a:rPr lang="en-US" sz="1972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 – voor leesdata en aanbevelingen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0930" y="4926120"/>
            <a:ext cx="2757164" cy="102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1972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Habitica</a:t>
            </a:r>
            <a:r>
              <a:rPr lang="en-US" b="true" sz="1972" strike="noStrike" u="none">
                <a:solidFill>
                  <a:srgbClr val="01070A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972" strike="noStrike" u="none">
                <a:solidFill>
                  <a:srgbClr val="01070A"/>
                </a:solidFill>
                <a:latin typeface="Inter"/>
                <a:ea typeface="Inter"/>
                <a:cs typeface="Inter"/>
                <a:sym typeface="Inter"/>
              </a:rPr>
              <a:t>– voor gamification en beloningen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07880" y="6591332"/>
            <a:ext cx="10846758" cy="193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Wat maakt Nov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elry uniek:</a:t>
            </a:r>
          </a:p>
          <a:p>
            <a:pPr algn="l" marL="474915" indent="-23745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Combineert timers, doelen en achievements speciaal voor lezers</a:t>
            </a:r>
          </a:p>
          <a:p>
            <a:pPr algn="l" marL="474915" indent="-23745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Geen sociale druk, puur persoonlijke groei</a:t>
            </a:r>
          </a:p>
          <a:p>
            <a:pPr algn="l" marL="474915" indent="-23745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Overzichtelijke data-analyse van je leesgedrag</a:t>
            </a:r>
          </a:p>
          <a:p>
            <a:pPr algn="l" marL="474915" indent="-23745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Motiverende feedback via badges en streaks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6788" y="2026267"/>
            <a:ext cx="3538957" cy="7109568"/>
            <a:chOff x="0" y="0"/>
            <a:chExt cx="6350000" cy="127567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3"/>
              <a:stretch>
                <a:fillRect l="0" t="-2766" r="0" b="-533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1796761" y="7855520"/>
            <a:ext cx="4653210" cy="3244906"/>
          </a:xfrm>
          <a:custGeom>
            <a:avLst/>
            <a:gdLst/>
            <a:ahLst/>
            <a:cxnLst/>
            <a:rect r="r" b="b" t="t" l="l"/>
            <a:pathLst>
              <a:path h="3244906" w="4653210">
                <a:moveTo>
                  <a:pt x="0" y="0"/>
                </a:moveTo>
                <a:lnTo>
                  <a:pt x="4653210" y="0"/>
                </a:lnTo>
                <a:lnTo>
                  <a:pt x="4653210" y="3244906"/>
                </a:lnTo>
                <a:lnTo>
                  <a:pt x="0" y="3244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517570" y="2026267"/>
            <a:ext cx="3538957" cy="7109568"/>
            <a:chOff x="0" y="0"/>
            <a:chExt cx="6350000" cy="127567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6"/>
              <a:stretch>
                <a:fillRect l="0" t="-2697" r="0" b="-9153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28352" y="2026267"/>
            <a:ext cx="3538957" cy="7109568"/>
            <a:chOff x="0" y="0"/>
            <a:chExt cx="6350000" cy="127567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7"/>
              <a:stretch>
                <a:fillRect l="0" t="-2782" r="0" b="-8682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942256" y="2026267"/>
            <a:ext cx="3538957" cy="7109568"/>
            <a:chOff x="0" y="0"/>
            <a:chExt cx="6350000" cy="12756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12758069"/>
            </a:xfrm>
            <a:custGeom>
              <a:avLst/>
              <a:gdLst/>
              <a:ahLst/>
              <a:cxnLst/>
              <a:rect r="r" b="b" t="t" l="l"/>
              <a:pathLst>
                <a:path h="12758069" w="6350000">
                  <a:moveTo>
                    <a:pt x="0" y="11963325"/>
                  </a:moveTo>
                  <a:lnTo>
                    <a:pt x="0" y="793473"/>
                  </a:lnTo>
                  <a:cubicBezTo>
                    <a:pt x="0" y="354639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354639"/>
                    <a:pt x="6350000" y="793473"/>
                  </a:cubicBezTo>
                  <a:lnTo>
                    <a:pt x="6350000" y="11965877"/>
                  </a:lnTo>
                  <a:cubicBezTo>
                    <a:pt x="6350000" y="12404710"/>
                    <a:pt x="6173470" y="12758069"/>
                    <a:pt x="5955030" y="12758069"/>
                  </a:cubicBezTo>
                  <a:lnTo>
                    <a:pt x="394970" y="12758069"/>
                  </a:lnTo>
                  <a:cubicBezTo>
                    <a:pt x="176530" y="12756798"/>
                    <a:pt x="0" y="12402159"/>
                    <a:pt x="0" y="11963325"/>
                  </a:cubicBezTo>
                  <a:close/>
                </a:path>
              </a:pathLst>
            </a:custGeom>
            <a:blipFill>
              <a:blip r:embed="rId8"/>
              <a:stretch>
                <a:fillRect l="0" t="-2727" r="0" b="-57183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024122" y="7855520"/>
            <a:ext cx="4653210" cy="3244906"/>
          </a:xfrm>
          <a:custGeom>
            <a:avLst/>
            <a:gdLst/>
            <a:ahLst/>
            <a:cxnLst/>
            <a:rect r="r" b="b" t="t" l="l"/>
            <a:pathLst>
              <a:path h="3244906" w="4653210">
                <a:moveTo>
                  <a:pt x="0" y="0"/>
                </a:moveTo>
                <a:lnTo>
                  <a:pt x="4653209" y="0"/>
                </a:lnTo>
                <a:lnTo>
                  <a:pt x="4653209" y="3244906"/>
                </a:lnTo>
                <a:lnTo>
                  <a:pt x="0" y="3244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54546" y="586812"/>
            <a:ext cx="1237890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2973C7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Mockups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75654" y="5143500"/>
            <a:ext cx="9448343" cy="5616757"/>
          </a:xfrm>
          <a:custGeom>
            <a:avLst/>
            <a:gdLst/>
            <a:ahLst/>
            <a:cxnLst/>
            <a:rect r="r" b="b" t="t" l="l"/>
            <a:pathLst>
              <a:path h="5616757" w="9448343">
                <a:moveTo>
                  <a:pt x="0" y="0"/>
                </a:moveTo>
                <a:lnTo>
                  <a:pt x="9448342" y="0"/>
                </a:lnTo>
                <a:lnTo>
                  <a:pt x="9448342" y="5616757"/>
                </a:lnTo>
                <a:lnTo>
                  <a:pt x="0" y="5616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00634" y="5428244"/>
            <a:ext cx="8436357" cy="5844796"/>
          </a:xfrm>
          <a:custGeom>
            <a:avLst/>
            <a:gdLst/>
            <a:ahLst/>
            <a:cxnLst/>
            <a:rect r="r" b="b" t="t" l="l"/>
            <a:pathLst>
              <a:path h="5844796" w="8436357">
                <a:moveTo>
                  <a:pt x="0" y="0"/>
                </a:moveTo>
                <a:lnTo>
                  <a:pt x="8436357" y="0"/>
                </a:lnTo>
                <a:lnTo>
                  <a:pt x="8436357" y="5844796"/>
                </a:lnTo>
                <a:lnTo>
                  <a:pt x="0" y="5844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3456" y="2253772"/>
            <a:ext cx="13321088" cy="279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8"/>
              </a:lnSpc>
            </a:pPr>
            <a:r>
              <a:rPr lang="en-US" b="true" sz="8070" i="true">
                <a:solidFill>
                  <a:srgbClr val="2973C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Dank u</a:t>
            </a:r>
          </a:p>
          <a:p>
            <a:pPr algn="ctr">
              <a:lnSpc>
                <a:spcPts val="11298"/>
              </a:lnSpc>
            </a:pPr>
            <a:r>
              <a:rPr lang="en-US" b="true" sz="8070" i="true">
                <a:solidFill>
                  <a:srgbClr val="2973C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voor uw aandacht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DAG19YR5hDM</dc:identifier>
  <dcterms:modified xsi:type="dcterms:W3CDTF">2011-08-01T06:04:30Z</dcterms:modified>
  <cp:revision>1</cp:revision>
  <dc:title>Novelry</dc:title>
</cp:coreProperties>
</file>